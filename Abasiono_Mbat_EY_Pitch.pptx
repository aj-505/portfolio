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Abasiono Mbat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I 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Academic &amp; career achievements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EY should hire 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Emerging technology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Opportunities for EY Nigeria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